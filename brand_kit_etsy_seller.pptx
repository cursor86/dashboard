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— replace the brand name and tagline with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your story — who you are, what you make,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your core offerings — replace with your own products/services.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your best items — swap in your own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package names, prices, and features to match your offer.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real reviews/testimonials from your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your own numbers once you have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your process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this grid with your own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your real contact details and handles.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023360" cy="4023360"/>
          </a:xfrm>
          <a:prstGeom prst="ellipse">
            <a:avLst/>
          </a:prstGeom>
          <a:solidFill>
            <a:srgbClr val="E7E8D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846320"/>
            <a:ext cx="2926080" cy="2926080"/>
          </a:xfrm>
          <a:prstGeom prst="ellipse">
            <a:avLst/>
          </a:prstGeom>
          <a:solidFill>
            <a:srgbClr val="E7E8D1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Shop Name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Handmade with heart, made just for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Media Kit Template — Etsy Seller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Our Shop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 small, independent maker studio crafting our products by hand in small batches. Every piece starts with quality materials and is finished with care, because handmade should feel different from mass-produced.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space to share your story: how you started, what inspires your designs, and why customers keep coming 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40880" y="1371600"/>
            <a:ext cx="4480560" cy="4206240"/>
          </a:xfrm>
          <a:prstGeom prst="rect">
            <a:avLst/>
          </a:prstGeom>
          <a:solidFill>
            <a:srgbClr val="F7F1E8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04088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Make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65689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Collection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flagship handmade items — replace with your core product line.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3" y="2845613"/>
            <a:ext cx="526694" cy="526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Orders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592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or made-to-order pieces built around what each customer wants.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731520" cy="73152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403433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 Sets &amp; Bundles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4592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bundles that make great gifts and increase average order value.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Pieces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286000"/>
          </a:xfrm>
          <a:prstGeom prst="rect">
            <a:avLst/>
          </a:prstGeom>
          <a:solidFill>
            <a:srgbClr val="F7F1E8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606040" cy="2286000"/>
          </a:xfrm>
          <a:prstGeom prst="rect">
            <a:avLst/>
          </a:prstGeom>
          <a:solidFill>
            <a:srgbClr val="F7F1E8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290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Two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606040" cy="2286000"/>
          </a:xfrm>
          <a:prstGeom prst="rect">
            <a:avLst/>
          </a:prstGeom>
          <a:solidFill>
            <a:srgbClr val="F7F1E8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30936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Three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371600"/>
            <a:ext cx="2606040" cy="2286000"/>
          </a:xfrm>
          <a:prstGeom prst="rect">
            <a:avLst/>
          </a:prstGeom>
          <a:solidFill>
            <a:srgbClr val="F7F1E8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8972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8972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Four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Packages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$25+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26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871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handmade item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383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packaging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day turnaround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389120" y="13716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B85042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6634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66344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$65+</a:t>
            </a:r>
            <a:endParaRPr lang="en-US" sz="3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260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0" y="2871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3-piece bundle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38328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0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Gift-ready packaging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84048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2920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turnaround</a:t>
            </a:r>
            <a:endParaRPr lang="en-US" sz="1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297680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29200" y="42428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 included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8092440" y="13716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24" name="Text 15"/>
          <p:cNvSpPr/>
          <p:nvPr/>
        </p:nvSpPr>
        <p:spPr>
          <a:xfrm>
            <a:off x="83667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000" dirty="0"/>
          </a:p>
        </p:txBody>
      </p:sp>
      <p:sp>
        <p:nvSpPr>
          <p:cNvPr id="25" name="Text 16"/>
          <p:cNvSpPr/>
          <p:nvPr/>
        </p:nvSpPr>
        <p:spPr>
          <a:xfrm>
            <a:off x="836676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</a:t>
            </a:r>
            <a:endParaRPr lang="en-US" sz="3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2926080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732520" y="2871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 design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338328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732520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consultation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760" y="3840480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873252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to your specs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Customers Say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256032" cy="2560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103120"/>
            <a:ext cx="256032" cy="25603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103120"/>
            <a:ext cx="256032" cy="25603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2103120"/>
            <a:ext cx="256032" cy="256032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64" y="2103120"/>
            <a:ext cx="256032" cy="256032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6060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quality is incredible — you can tell every piece is made with care."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86868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Happy Customer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4389120" y="173736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103120"/>
            <a:ext cx="256032" cy="256032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056" y="2103120"/>
            <a:ext cx="256032" cy="256032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952" y="2103120"/>
            <a:ext cx="256032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1848" y="2103120"/>
            <a:ext cx="256032" cy="256032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2744" y="2103120"/>
            <a:ext cx="256032" cy="256032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709160" y="26060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"Fast shipping and even better than the photos. Ordering again!"</a:t>
            </a:r>
            <a:endParaRPr lang="en-US" sz="1400" dirty="0"/>
          </a:p>
        </p:txBody>
      </p:sp>
      <p:sp>
        <p:nvSpPr>
          <p:cNvPr id="18" name="Text 6"/>
          <p:cNvSpPr/>
          <p:nvPr/>
        </p:nvSpPr>
        <p:spPr>
          <a:xfrm>
            <a:off x="470916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Repeat Buyer</a:t>
            </a:r>
            <a:endParaRPr lang="en-US" sz="1300" dirty="0"/>
          </a:p>
        </p:txBody>
      </p:sp>
      <p:sp>
        <p:nvSpPr>
          <p:cNvPr id="19" name="Shape 7"/>
          <p:cNvSpPr/>
          <p:nvPr/>
        </p:nvSpPr>
        <p:spPr>
          <a:xfrm>
            <a:off x="8229600" y="173736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9640" y="2103120"/>
            <a:ext cx="256032" cy="256032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0536" y="2103120"/>
            <a:ext cx="256032" cy="256032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1432" y="2103120"/>
            <a:ext cx="256032" cy="256032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2328" y="2103120"/>
            <a:ext cx="256032" cy="256032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3224" y="2103120"/>
            <a:ext cx="256032" cy="256032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8549640" y="26060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"Exactly what I was looking for. The custom option made it so personal."</a:t>
            </a:r>
            <a:endParaRPr lang="en-US" sz="1400" dirty="0"/>
          </a:p>
        </p:txBody>
      </p:sp>
      <p:sp>
        <p:nvSpPr>
          <p:cNvPr id="26" name="Text 9"/>
          <p:cNvSpPr/>
          <p:nvPr/>
        </p:nvSpPr>
        <p:spPr>
          <a:xfrm>
            <a:off x="854964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5-Star Review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Shipped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4.9★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2900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30936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8972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Business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Order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shop and find the piece that speaks to you.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54680" y="2697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personal touches — color, size, or engraving.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Craft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order is handmade and carefully packaged.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15400" y="2697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9720" y="265176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972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Arrives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your door, ready to gift or keep.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Gallery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21717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43400" y="13716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343400" y="21717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13716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138160" y="21717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4366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5661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43400" y="4366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35661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138160" y="4366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an order or a custom piece? Reach out anytime.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hello@yourbrand.com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@yourbrand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634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www.yourbrand.com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2026-08-15T16:15:57Z</dcterms:created>
  <dcterms:modified xsi:type="dcterms:W3CDTF">2026-08-15T16:15:57Z</dcterms:modified>
</cp:coreProperties>
</file>