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 — replace the brand name and tagline with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your story — who you are, what you make,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your core offerings — replace with your own products/services.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your best items — swap in your own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package names, prices, and features to match your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in real reviews/testimonials from your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your own numbers once you have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your process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this grid with your own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your real contact details and handles.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023360" cy="402336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846320"/>
            <a:ext cx="2926080" cy="2926080"/>
          </a:xfrm>
          <a:prstGeom prst="ellipse">
            <a:avLst/>
          </a:prstGeom>
          <a:solidFill>
            <a:srgbClr val="CADCFC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Store Name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products, delivered fast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Media Kit Template — Ecommerce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Our Store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an online retailer built around our niche. We source and curate products our customers actually want, back every order with real customer service, and ship fast.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space to tell buyers, partners, or wholesale accounts who you are and why they should work with you.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880" y="1371600"/>
            <a:ext cx="4480560" cy="4206240"/>
          </a:xfrm>
          <a:prstGeom prst="rect">
            <a:avLst/>
          </a:prstGeom>
          <a:solidFill>
            <a:srgbClr val="EFF3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04088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65689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Catalog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best-selling product lines — replace with your own categories.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3" y="2845613"/>
            <a:ext cx="526694" cy="526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Line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Higher-margin or exclusive products for repeat customers.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403433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Bundles &amp; Kits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4592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bundles that increase average order value.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Sellers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286000"/>
          </a:xfrm>
          <a:prstGeom prst="rect">
            <a:avLst/>
          </a:prstGeom>
          <a:solidFill>
            <a:srgbClr val="EFF3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606040" cy="2286000"/>
          </a:xfrm>
          <a:prstGeom prst="rect">
            <a:avLst/>
          </a:prstGeom>
          <a:solidFill>
            <a:srgbClr val="EFF3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2900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Two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2606040" cy="2286000"/>
          </a:xfrm>
          <a:prstGeom prst="rect">
            <a:avLst/>
          </a:prstGeom>
          <a:solidFill>
            <a:srgbClr val="EFF3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0936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371600"/>
            <a:ext cx="2606040" cy="2286000"/>
          </a:xfrm>
          <a:prstGeom prst="rect">
            <a:avLst/>
          </a:prstGeom>
          <a:solidFill>
            <a:srgbClr val="EFF3FC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897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89720" y="3749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Tiers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$—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unit pricing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3832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returns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38912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66344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$—</a:t>
            </a:r>
            <a:endParaRPr lang="en-US" sz="3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2608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discount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38328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2920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threshold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84048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2920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8092440" y="13716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836676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836676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</a:t>
            </a:r>
            <a:endParaRPr lang="en-US" sz="3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292608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732520" y="2871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pricing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38328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732520" y="3328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contact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384048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732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terms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Reviews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FF3FC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256032" cy="25603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103120"/>
            <a:ext cx="256032" cy="25603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103120"/>
            <a:ext cx="256032" cy="256032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2103120"/>
            <a:ext cx="256032" cy="256032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4" y="2103120"/>
            <a:ext cx="256032" cy="256032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6868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"Ordering was seamless and it arrived faster than expected."</a:t>
            </a:r>
            <a:endParaRPr lang="en-US" sz="1400" dirty="0"/>
          </a:p>
        </p:txBody>
      </p:sp>
      <p:sp>
        <p:nvSpPr>
          <p:cNvPr id="10" name="Text 3"/>
          <p:cNvSpPr/>
          <p:nvPr/>
        </p:nvSpPr>
        <p:spPr>
          <a:xfrm>
            <a:off x="86868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Verified Buyer</a:t>
            </a:r>
            <a:endParaRPr lang="en-US" sz="1300" dirty="0"/>
          </a:p>
        </p:txBody>
      </p:sp>
      <p:sp>
        <p:nvSpPr>
          <p:cNvPr id="11" name="Shape 4"/>
          <p:cNvSpPr/>
          <p:nvPr/>
        </p:nvSpPr>
        <p:spPr>
          <a:xfrm>
            <a:off x="438912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FF3FC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103120"/>
            <a:ext cx="256032" cy="256032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056" y="2103120"/>
            <a:ext cx="256032" cy="256032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2103120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1848" y="2103120"/>
            <a:ext cx="256032" cy="256032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2744" y="2103120"/>
            <a:ext cx="256032" cy="256032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70916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 quality for the price — will be a repeat customer."</a:t>
            </a:r>
            <a:endParaRPr lang="en-US" sz="1400" dirty="0"/>
          </a:p>
        </p:txBody>
      </p:sp>
      <p:sp>
        <p:nvSpPr>
          <p:cNvPr id="18" name="Text 6"/>
          <p:cNvSpPr/>
          <p:nvPr/>
        </p:nvSpPr>
        <p:spPr>
          <a:xfrm>
            <a:off x="470916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5-Star Review</a:t>
            </a:r>
            <a:endParaRPr lang="en-US" sz="1300" dirty="0"/>
          </a:p>
        </p:txBody>
      </p:sp>
      <p:sp>
        <p:nvSpPr>
          <p:cNvPr id="19" name="Shape 7"/>
          <p:cNvSpPr/>
          <p:nvPr/>
        </p:nvSpPr>
        <p:spPr>
          <a:xfrm>
            <a:off x="8229600" y="173736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EFF3FC"/>
          </a:solidFill>
          <a:ln/>
          <a:effectLst>
            <a:outerShdw sx="100000" sy="100000" kx="0" ky="0" algn="bl" rotWithShape="0" blurRad="762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9640" y="2103120"/>
            <a:ext cx="256032" cy="256032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0536" y="2103120"/>
            <a:ext cx="256032" cy="256032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71432" y="2103120"/>
            <a:ext cx="256032" cy="256032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82328" y="2103120"/>
            <a:ext cx="256032" cy="256032"/>
          </a:xfrm>
          <a:prstGeom prst="rect">
            <a:avLst/>
          </a:prstGeom>
        </p:spPr>
      </p:pic>
      <p:pic>
        <p:nvPicPr>
          <p:cNvPr id="2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3224" y="2103120"/>
            <a:ext cx="256032" cy="256032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8549640" y="260604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service actually responded and fixed my issue same day."</a:t>
            </a:r>
            <a:endParaRPr lang="en-US" sz="1400" dirty="0"/>
          </a:p>
        </p:txBody>
      </p:sp>
      <p:sp>
        <p:nvSpPr>
          <p:cNvPr id="26" name="Text 9"/>
          <p:cNvSpPr/>
          <p:nvPr/>
        </p:nvSpPr>
        <p:spPr>
          <a:xfrm>
            <a:off x="8549640" y="5166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Loyal Customer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10K+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Fulfilled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4.8★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2900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30936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89720" y="2834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8972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Policy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Ordering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catalog and add items to your cart.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5468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with multiple options.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order is packed and shipped fast.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15400" y="26974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972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Receive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89720" y="4023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delivery straight to your door.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Gallery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4340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34340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138160" y="21717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4864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4340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5661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138160" y="43662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an order, return, or wholesale account? Get in touch.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hello@yourbrand.com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@yourbrand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www.yourbrand.com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2026-08-15T16:15:57Z</dcterms:created>
  <dcterms:modified xsi:type="dcterms:W3CDTF">2026-08-15T16:15:57Z</dcterms:modified>
</cp:coreProperties>
</file>